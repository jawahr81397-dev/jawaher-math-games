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اضغطي على «من أنا؟» للبدء.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تعليمات اللعبة. يُفضّل تشغيل العرض بملء الشاشة حتى يعمل الصوت والتنقل.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صورة مرجعية من المستخدم أو صورة توضيحية مولدة.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التصفيق تلقائيًا عند فتح هذه الشريحة في وضع عرض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شريحة الختام.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slide" Target="slide13.xml"/><Relationship Id="rId3" Type="http://schemas.openxmlformats.org/officeDocument/2006/relationships/image" Target="../media/image1.jpg"/><Relationship Id="rId7" Type="http://schemas.openxmlformats.org/officeDocument/2006/relationships/slide" Target="slide5.xml"/><Relationship Id="rId12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slide" Target="slide17.xml"/><Relationship Id="rId5" Type="http://schemas.openxmlformats.org/officeDocument/2006/relationships/slide" Target="slide9.xml"/><Relationship Id="rId10" Type="http://schemas.openxmlformats.org/officeDocument/2006/relationships/slide" Target="slide19.xml"/><Relationship Id="rId4" Type="http://schemas.openxmlformats.org/officeDocument/2006/relationships/slide" Target="slide11.xml"/><Relationship Id="rId9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6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8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0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25"/>
            <a:ext cx="12192000" cy="6858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938528" y="1095374"/>
            <a:ext cx="8381129" cy="4875657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1234440"/>
            <a:ext cx="4846320" cy="960120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8925" y="1437501"/>
            <a:ext cx="3326553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ar-SA" sz="3000" b="1" dirty="0">
                <a:solidFill>
                  <a:srgbClr val="F6EBD8"/>
                </a:solidFill>
                <a:latin typeface="Arial"/>
              </a:rPr>
              <a:t>مسابقة تفاعلية </a:t>
            </a:r>
            <a:r>
              <a:rPr sz="3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3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3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7944" y="2525628"/>
            <a:ext cx="2167581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 dirty="0" err="1">
                <a:solidFill>
                  <a:srgbClr val="C1944D"/>
                </a:solidFill>
                <a:latin typeface="Arial"/>
              </a:rPr>
              <a:t>سعوديتنا</a:t>
            </a:r>
            <a:r>
              <a:rPr sz="2500" b="1" dirty="0">
                <a:solidFill>
                  <a:srgbClr val="C194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C1944D"/>
                </a:solidFill>
                <a:latin typeface="Arial"/>
              </a:rPr>
              <a:t>العظيمة</a:t>
            </a:r>
            <a:endParaRPr sz="2500" b="1" dirty="0">
              <a:solidFill>
                <a:srgbClr val="C1944D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0" y="3154680"/>
            <a:ext cx="374903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0">
                <a:solidFill>
                  <a:srgbClr val="F6EBD8"/>
                </a:solidFill>
                <a:latin typeface="Arial"/>
              </a:rPr>
              <a:t>١٠ ألغاز سهلة وممتعة</a:t>
            </a:r>
          </a:p>
        </p:txBody>
      </p:sp>
      <p:sp>
        <p:nvSpPr>
          <p:cNvPr id="26" name="Rounded Rectangle 25">
            <a:hlinkClick r:id="rId4" action="ppaction://hlinksldjump"/>
          </p:cNvPr>
          <p:cNvSpPr/>
          <p:nvPr/>
        </p:nvSpPr>
        <p:spPr>
          <a:xfrm>
            <a:off x="4800600" y="3977639"/>
            <a:ext cx="2743200" cy="65836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4" action="ppaction://hlinksldjump"/>
          </p:cNvPr>
          <p:cNvSpPr txBox="1"/>
          <p:nvPr/>
        </p:nvSpPr>
        <p:spPr>
          <a:xfrm>
            <a:off x="4800600" y="3977639"/>
            <a:ext cx="27432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6EBD8"/>
                </a:solidFill>
                <a:latin typeface="Arial"/>
              </a:rPr>
              <a:t>ابدئي اللعبة</a:t>
            </a:r>
          </a:p>
        </p:txBody>
      </p:sp>
    </p:spTree>
    <p:extLst>
      <p:ext uri="{BB962C8B-B14F-4D97-AF65-F5344CB8AC3E}">
        <p14:creationId xmlns:p14="http://schemas.microsoft.com/office/powerpoint/2010/main" val="75221642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35" name="Rectangle 34">
            <a:hlinkClick r:id="rId4" action="ppaction://hlinksldjump"/>
          </p:cNvPr>
          <p:cNvSpPr/>
          <p:nvPr/>
        </p:nvSpPr>
        <p:spPr>
          <a:xfrm>
            <a:off x="2452688" y="2724150"/>
            <a:ext cx="738187" cy="619125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4" action="ppaction://hlinksldjump"/>
          </p:cNvPr>
          <p:cNvSpPr txBox="1"/>
          <p:nvPr/>
        </p:nvSpPr>
        <p:spPr>
          <a:xfrm>
            <a:off x="2748438" y="2820829"/>
            <a:ext cx="338138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٥</a:t>
            </a:r>
          </a:p>
        </p:txBody>
      </p:sp>
      <p:sp>
        <p:nvSpPr>
          <p:cNvPr id="38" name="Rectangle 37">
            <a:hlinkClick r:id="rId5" action="ppaction://hlinksldjump"/>
          </p:cNvPr>
          <p:cNvSpPr/>
          <p:nvPr/>
        </p:nvSpPr>
        <p:spPr>
          <a:xfrm>
            <a:off x="4024122" y="2626184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hlinkClick r:id="rId5" action="ppaction://hlinksldjump"/>
          </p:cNvPr>
          <p:cNvSpPr txBox="1"/>
          <p:nvPr/>
        </p:nvSpPr>
        <p:spPr>
          <a:xfrm>
            <a:off x="4094990" y="2792561"/>
            <a:ext cx="704849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٤</a:t>
            </a:r>
          </a:p>
        </p:txBody>
      </p:sp>
      <p:sp>
        <p:nvSpPr>
          <p:cNvPr id="41" name="Rectangle 40">
            <a:hlinkClick r:id="rId6" action="ppaction://hlinksldjump"/>
          </p:cNvPr>
          <p:cNvSpPr/>
          <p:nvPr/>
        </p:nvSpPr>
        <p:spPr>
          <a:xfrm>
            <a:off x="5694807" y="2615184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hlinkClick r:id="rId6" action="ppaction://hlinksldjump"/>
          </p:cNvPr>
          <p:cNvSpPr txBox="1"/>
          <p:nvPr/>
        </p:nvSpPr>
        <p:spPr>
          <a:xfrm>
            <a:off x="5681091" y="2615184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٣</a:t>
            </a:r>
          </a:p>
        </p:txBody>
      </p:sp>
      <p:sp>
        <p:nvSpPr>
          <p:cNvPr id="44" name="Rectangle 43">
            <a:hlinkClick r:id="rId7" action="ppaction://hlinksldjump"/>
          </p:cNvPr>
          <p:cNvSpPr/>
          <p:nvPr/>
        </p:nvSpPr>
        <p:spPr>
          <a:xfrm>
            <a:off x="7300341" y="2625852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hlinkClick r:id="rId7" action="ppaction://hlinksldjump"/>
          </p:cNvPr>
          <p:cNvSpPr txBox="1"/>
          <p:nvPr/>
        </p:nvSpPr>
        <p:spPr>
          <a:xfrm>
            <a:off x="7314057" y="2615184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٢</a:t>
            </a:r>
          </a:p>
        </p:txBody>
      </p:sp>
      <p:sp>
        <p:nvSpPr>
          <p:cNvPr id="47" name="Rectangle 46">
            <a:hlinkClick r:id="rId8" action="ppaction://hlinksldjump"/>
          </p:cNvPr>
          <p:cNvSpPr/>
          <p:nvPr/>
        </p:nvSpPr>
        <p:spPr>
          <a:xfrm>
            <a:off x="8933307" y="2646426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hlinkClick r:id="rId8" action="ppaction://hlinksldjump"/>
          </p:cNvPr>
          <p:cNvSpPr txBox="1"/>
          <p:nvPr/>
        </p:nvSpPr>
        <p:spPr>
          <a:xfrm>
            <a:off x="8834056" y="2628851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١</a:t>
            </a:r>
          </a:p>
        </p:txBody>
      </p:sp>
      <p:sp>
        <p:nvSpPr>
          <p:cNvPr id="50" name="Rectangle 49">
            <a:hlinkClick r:id="rId9" action="ppaction://hlinksldjump"/>
          </p:cNvPr>
          <p:cNvSpPr/>
          <p:nvPr/>
        </p:nvSpPr>
        <p:spPr>
          <a:xfrm>
            <a:off x="2413825" y="4048125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hlinkClick r:id="rId9" action="ppaction://hlinksldjump"/>
          </p:cNvPr>
          <p:cNvSpPr txBox="1"/>
          <p:nvPr/>
        </p:nvSpPr>
        <p:spPr>
          <a:xfrm>
            <a:off x="2386203" y="4048125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١٠</a:t>
            </a:r>
          </a:p>
        </p:txBody>
      </p:sp>
      <p:sp>
        <p:nvSpPr>
          <p:cNvPr id="53" name="Rectangle 52">
            <a:hlinkClick r:id="rId10" action="ppaction://hlinksldjump"/>
          </p:cNvPr>
          <p:cNvSpPr/>
          <p:nvPr/>
        </p:nvSpPr>
        <p:spPr>
          <a:xfrm>
            <a:off x="4024122" y="4014238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hlinkClick r:id="rId10" action="ppaction://hlinksldjump"/>
          </p:cNvPr>
          <p:cNvSpPr txBox="1"/>
          <p:nvPr/>
        </p:nvSpPr>
        <p:spPr>
          <a:xfrm>
            <a:off x="4058412" y="4038600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٩</a:t>
            </a:r>
          </a:p>
        </p:txBody>
      </p:sp>
      <p:sp>
        <p:nvSpPr>
          <p:cNvPr id="56" name="Rectangle 55">
            <a:hlinkClick r:id="rId11" action="ppaction://hlinksldjump"/>
          </p:cNvPr>
          <p:cNvSpPr/>
          <p:nvPr/>
        </p:nvSpPr>
        <p:spPr>
          <a:xfrm>
            <a:off x="5693283" y="4048125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hlinkClick r:id="rId11" action="ppaction://hlinksldjump"/>
          </p:cNvPr>
          <p:cNvSpPr txBox="1"/>
          <p:nvPr/>
        </p:nvSpPr>
        <p:spPr>
          <a:xfrm>
            <a:off x="5702999" y="3986784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٨</a:t>
            </a:r>
          </a:p>
        </p:txBody>
      </p:sp>
      <p:sp>
        <p:nvSpPr>
          <p:cNvPr id="59" name="Rectangle 58">
            <a:hlinkClick r:id="rId12" action="ppaction://hlinksldjump"/>
          </p:cNvPr>
          <p:cNvSpPr/>
          <p:nvPr/>
        </p:nvSpPr>
        <p:spPr>
          <a:xfrm>
            <a:off x="7310056" y="4005834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hlinkClick r:id="rId12" action="ppaction://hlinksldjump"/>
          </p:cNvPr>
          <p:cNvSpPr txBox="1"/>
          <p:nvPr/>
        </p:nvSpPr>
        <p:spPr>
          <a:xfrm>
            <a:off x="7274624" y="4038600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Arial"/>
              </a:rPr>
              <a:t>٧</a:t>
            </a:r>
          </a:p>
        </p:txBody>
      </p:sp>
      <p:sp>
        <p:nvSpPr>
          <p:cNvPr id="62" name="Rectangle 61">
            <a:hlinkClick r:id="rId13" action="ppaction://hlinksldjump"/>
          </p:cNvPr>
          <p:cNvSpPr/>
          <p:nvPr/>
        </p:nvSpPr>
        <p:spPr>
          <a:xfrm>
            <a:off x="8917113" y="4067077"/>
            <a:ext cx="905256" cy="813816"/>
          </a:xfrm>
          <a:prstGeom prst="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>
            <a:hlinkClick r:id="rId13" action="ppaction://hlinksldjump"/>
          </p:cNvPr>
          <p:cNvSpPr txBox="1"/>
          <p:nvPr/>
        </p:nvSpPr>
        <p:spPr>
          <a:xfrm>
            <a:off x="8900541" y="4039906"/>
            <a:ext cx="90525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٦</a:t>
            </a:r>
          </a:p>
        </p:txBody>
      </p:sp>
    </p:spTree>
    <p:extLst>
      <p:ext uri="{BB962C8B-B14F-4D97-AF65-F5344CB8AC3E}">
        <p14:creationId xmlns:p14="http://schemas.microsoft.com/office/powerpoint/2010/main" val="19603973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2303949"/>
            <a:ext cx="374294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مؤسس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المملكة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العربية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السعودية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ووحّدت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البلاد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تحت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راية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واحدة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82439735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Picture 904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6" name="Rectangle 905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Rectangle 906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12" name="Rectangle 911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Rectangle 912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4" name="Picture 9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15" name="Rounded Rectangle 914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6781800" y="2573253"/>
            <a:ext cx="3477768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dirty="0" err="1">
                <a:solidFill>
                  <a:srgbClr val="F6EBD8"/>
                </a:solidFill>
                <a:latin typeface="Arial"/>
              </a:rPr>
              <a:t>الملك</a:t>
            </a:r>
            <a:r>
              <a:rPr sz="25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6EBD8"/>
                </a:solidFill>
                <a:latin typeface="Arial"/>
              </a:rPr>
              <a:t>عبدالعزيز</a:t>
            </a:r>
            <a:r>
              <a:rPr sz="25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6EBD8"/>
                </a:solidFill>
                <a:latin typeface="Arial"/>
              </a:rPr>
              <a:t>آل</a:t>
            </a:r>
            <a:r>
              <a:rPr sz="25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6EBD8"/>
                </a:solidFill>
                <a:latin typeface="Arial"/>
              </a:rPr>
              <a:t>سعود</a:t>
            </a:r>
            <a:endParaRPr sz="2500" b="1" dirty="0">
              <a:solidFill>
                <a:srgbClr val="F6EBD8"/>
              </a:solidFill>
              <a:latin typeface="Arial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18" name="Rounded Rectangle 917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TextBox 918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199496949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0987" y="2457837"/>
            <a:ext cx="4028667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مدينة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طيبة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وفيَّ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المسجد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النبوي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الشريف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214618199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Picture 906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8" name="Rectangle 907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" name="Rectangle 908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TextBox 909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TextBox 912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14" name="Rectangle 913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Rectangle 914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6" name="Picture 9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17" name="Rounded Rectangle 916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TextBox 917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المدينة المنورة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20" name="Rounded Rectangle 919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TextBox 920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149261686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4769" y="2457837"/>
            <a:ext cx="4261103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برج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شهير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في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الرياض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وفي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أعلاي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فتحة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مميزة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على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شكل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قوس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.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36448547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Picture 908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" name="Rectangle 909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1" name="Rectangle 910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TextBox 914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Rectangle 916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8" name="Picture 9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برج المملكة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22" name="Rounded Rectangle 921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TextBox 922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782937287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73435" y="2457837"/>
            <a:ext cx="4403770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عاصمة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المملكة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العربية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السعودية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وأكبر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مدنها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91269045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Picture 910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2" name="Rectangle 911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Rectangle 912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Rectangle 918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0" name="Picture 9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21" name="Rounded Rectangle 920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TextBox 921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الرياض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C1944D"/>
                </a:solidFill>
                <a:latin typeface="Arial"/>
              </a:rPr>
              <a:t>أَحْسَنْتِ</a:t>
            </a:r>
            <a:r>
              <a:rPr sz="2000" b="1" dirty="0">
                <a:solidFill>
                  <a:srgbClr val="C1944D"/>
                </a:solidFill>
                <a:latin typeface="Arial"/>
              </a:rPr>
              <a:t>! 👏</a:t>
            </a:r>
          </a:p>
        </p:txBody>
      </p:sp>
      <p:sp>
        <p:nvSpPr>
          <p:cNvPr id="924" name="Rounded Rectangle 923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TextBox 924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18820330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65181" y="2457837"/>
            <a:ext cx="3820277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أطهر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بقاع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الأرض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وفيَّ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المسجد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الحرام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والكعبة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المشرفة</a:t>
            </a:r>
            <a:r>
              <a:rPr lang="ar-SA"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157850131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Picture 91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4" name="Rectangle 91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Rectangle 91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Rectangle 92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2" name="Picture 9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23" name="Rounded Rectangle 92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مكة المكرمة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26" name="Rounded Rectangle 925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TextBox 926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192048316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0754" y="2457837"/>
            <a:ext cx="3849131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مدينة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ساحلية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على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البحر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الأحمر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ويطلق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عليَّ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عروس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البحر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الأحمر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.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1692649570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" name="Picture 914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6" name="Rectangle 915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Rectangle 916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TextBox 917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Rectangle 922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4" name="Picture 9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25" name="Rounded Rectangle 924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TextBox 925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جدة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28" name="Rounded Rectangle 927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9" name="TextBox 928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471507174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5332" y="2457837"/>
            <a:ext cx="3659976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واحة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سعودية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كبيرة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مشهورة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بالنخيل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ومسجلة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في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التراث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العالمي</a:t>
            </a:r>
            <a:r>
              <a:rPr lang="ar-SA"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160513390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Picture 916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8" name="Rectangle 917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Rectangle 918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Rectangle 924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Rounded Rectangle 926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8" name="TextBox 927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الأحساء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30" name="Rounded Rectangle 929">
            <a:hlinkClick r:id="rId4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TextBox 930">
            <a:hlinkClick r:id="rId4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7660984F-761B-2E15-54C9-8C9E8DD54C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81250" y="1453897"/>
            <a:ext cx="3048000" cy="370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1273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4148" y="2303949"/>
            <a:ext cx="352997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موطن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الدولة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السعودية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الأولى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وفيَّ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حي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الطريف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التاريخي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مَنْ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196340930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Picture 918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0" name="Rectangle 919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Rectangle 920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TextBox 921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TextBox 924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Rectangle 926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9" name="Rounded Rectangle 928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TextBox 929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الدرعية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32" name="Rounded Rectangle 931">
            <a:hlinkClick r:id="rId4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TextBox 932">
            <a:hlinkClick r:id="rId4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9459A92C-89C6-5DB1-B052-FB1A449050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60171" y="1541907"/>
            <a:ext cx="2969079" cy="352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5776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391" y="2457837"/>
            <a:ext cx="4023858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محافظة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سعودية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تشتهر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بالصخور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والآثار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ومدائن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صالح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lang="ar-SA" sz="2000" b="1" dirty="0">
                <a:solidFill>
                  <a:srgbClr val="F6EBD8"/>
                </a:solidFill>
                <a:latin typeface="Arial"/>
              </a:rPr>
              <a:t>م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َنْ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5" name="Rounded Rectangle 34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72306789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Picture 920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2" name="Rectangle 921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Rectangle 922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TextBox 926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28" name="Rectangle 927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9" name="Rectangle 928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Rounded Rectangle 930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2" name="TextBox 931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العُلا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34" name="Rounded Rectangle 933">
            <a:hlinkClick r:id="rId4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5" name="TextBox 934">
            <a:hlinkClick r:id="rId4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AA3EF16-4AD0-2FD0-BC64-CBB917CF5B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60171" y="1541907"/>
            <a:ext cx="2961459" cy="352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65126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938528" y="621792"/>
            <a:ext cx="8668512" cy="534924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السؤال ١٠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king_salman_blur_stro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5277" y="2303949"/>
            <a:ext cx="3838195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F6EBD8"/>
                </a:solidFill>
                <a:latin typeface="Arial"/>
              </a:rPr>
              <a:t>أنا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خادم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الحرمين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الشريفين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توليت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حكم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المملكة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العربية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السعودية</a:t>
            </a:r>
            <a:endParaRPr lang="ar-SA" sz="2000" b="1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sz="2000" b="1" dirty="0">
                <a:solidFill>
                  <a:srgbClr val="F6EBD8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عام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 ٢٠١٥مَنْ </a:t>
            </a:r>
            <a:r>
              <a:rPr sz="2000" b="1" dirty="0" err="1">
                <a:solidFill>
                  <a:srgbClr val="F6EBD8"/>
                </a:solidFill>
                <a:latin typeface="Arial"/>
              </a:rPr>
              <a:t>أَنَا</a:t>
            </a:r>
            <a:r>
              <a:rPr sz="2000" b="1" dirty="0">
                <a:solidFill>
                  <a:srgbClr val="F6EBD8"/>
                </a:solidFill>
                <a:latin typeface="Arial"/>
              </a:rPr>
              <a:t>؟</a:t>
            </a:r>
          </a:p>
        </p:txBody>
      </p:sp>
      <p:sp>
        <p:nvSpPr>
          <p:cNvPr id="33" name="Rounded Rectangle 32">
            <a:hlinkClick r:id="rId5" action="ppaction://hlinksldjump"/>
          </p:cNvPr>
          <p:cNvSpPr/>
          <p:nvPr/>
        </p:nvSpPr>
        <p:spPr>
          <a:xfrm>
            <a:off x="7086600" y="4315968"/>
            <a:ext cx="2377440" cy="62179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hlinkClick r:id="rId5" action="ppaction://hlinksldjump"/>
          </p:cNvPr>
          <p:cNvSpPr txBox="1"/>
          <p:nvPr/>
        </p:nvSpPr>
        <p:spPr>
          <a:xfrm>
            <a:off x="7086600" y="4315968"/>
            <a:ext cx="23774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6EBD8"/>
                </a:solidFill>
                <a:latin typeface="Arial"/>
              </a:rPr>
              <a:t>إظهار الإجابة</a:t>
            </a:r>
          </a:p>
        </p:txBody>
      </p:sp>
      <p:sp>
        <p:nvSpPr>
          <p:cNvPr id="35" name="Rounded Rectangle 34">
            <a:hlinkClick r:id="rId6" action="ppaction://hlinksldjump"/>
          </p:cNvPr>
          <p:cNvSpPr/>
          <p:nvPr/>
        </p:nvSpPr>
        <p:spPr>
          <a:xfrm>
            <a:off x="9646920" y="5138928"/>
            <a:ext cx="1143000" cy="384048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hlinkClick r:id="rId6" action="ppaction://hlinksldjump"/>
          </p:cNvPr>
          <p:cNvSpPr txBox="1"/>
          <p:nvPr/>
        </p:nvSpPr>
        <p:spPr>
          <a:xfrm>
            <a:off x="9646920" y="5138928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لوحة الأرقام</a:t>
            </a:r>
          </a:p>
        </p:txBody>
      </p:sp>
    </p:spTree>
    <p:extLst>
      <p:ext uri="{BB962C8B-B14F-4D97-AF65-F5344CB8AC3E}">
        <p14:creationId xmlns:p14="http://schemas.microsoft.com/office/powerpoint/2010/main" val="106577503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Picture 923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5" name="Rectangle 924"/>
          <p:cNvSpPr/>
          <p:nvPr/>
        </p:nvSpPr>
        <p:spPr>
          <a:xfrm>
            <a:off x="1938528" y="818390"/>
            <a:ext cx="8668512" cy="5152642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Rectangle 925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TextBox 926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6903720" y="868680"/>
            <a:ext cx="2926080" cy="713232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TextBox 929"/>
          <p:cNvSpPr txBox="1"/>
          <p:nvPr/>
        </p:nvSpPr>
        <p:spPr>
          <a:xfrm>
            <a:off x="6903720" y="868680"/>
            <a:ext cx="29260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6EBD8"/>
                </a:solidFill>
                <a:latin typeface="Arial"/>
              </a:rPr>
              <a:t>الإجابة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2286000" y="1353312"/>
            <a:ext cx="3337560" cy="3822191"/>
          </a:xfrm>
          <a:prstGeom prst="rect">
            <a:avLst/>
          </a:prstGeom>
          <a:solidFill>
            <a:srgbClr val="021818"/>
          </a:solidFill>
          <a:ln w="17780">
            <a:solidFill>
              <a:srgbClr val="890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2" name="Rectangle 931"/>
          <p:cNvSpPr/>
          <p:nvPr/>
        </p:nvSpPr>
        <p:spPr>
          <a:xfrm>
            <a:off x="2386584" y="1453896"/>
            <a:ext cx="3136392" cy="3621024"/>
          </a:xfrm>
          <a:prstGeom prst="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3" name="Picture 9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1499616"/>
            <a:ext cx="3044952" cy="3529584"/>
          </a:xfrm>
          <a:prstGeom prst="rect">
            <a:avLst/>
          </a:prstGeom>
        </p:spPr>
      </p:pic>
      <p:sp>
        <p:nvSpPr>
          <p:cNvPr id="934" name="Rounded Rectangle 933"/>
          <p:cNvSpPr/>
          <p:nvPr/>
        </p:nvSpPr>
        <p:spPr>
          <a:xfrm>
            <a:off x="6080760" y="1874519"/>
            <a:ext cx="4389120" cy="1874519"/>
          </a:xfrm>
          <a:prstGeom prst="roundRect">
            <a:avLst/>
          </a:prstGeom>
          <a:solidFill>
            <a:srgbClr val="021818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5" name="TextBox 934"/>
          <p:cNvSpPr txBox="1"/>
          <p:nvPr/>
        </p:nvSpPr>
        <p:spPr>
          <a:xfrm>
            <a:off x="6291072" y="2011680"/>
            <a:ext cx="3968496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6EBD8"/>
                </a:solidFill>
                <a:latin typeface="Arial"/>
              </a:rPr>
              <a:t>الملك سلمان بن عبدالعزيز آل سعود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6903720" y="3913632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C1944D"/>
                </a:solidFill>
                <a:latin typeface="Arial"/>
              </a:rPr>
              <a:t>أَحْسَنْتِ! 👏</a:t>
            </a:r>
          </a:p>
        </p:txBody>
      </p:sp>
      <p:sp>
        <p:nvSpPr>
          <p:cNvPr id="937" name="Rounded Rectangle 936">
            <a:hlinkClick r:id="rId5" action="ppaction://hlinksldjump"/>
          </p:cNvPr>
          <p:cNvSpPr/>
          <p:nvPr/>
        </p:nvSpPr>
        <p:spPr>
          <a:xfrm>
            <a:off x="7086600" y="4498848"/>
            <a:ext cx="2377440" cy="566928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TextBox 937">
            <a:hlinkClick r:id="rId5" action="ppaction://hlinksldjump"/>
          </p:cNvPr>
          <p:cNvSpPr txBox="1"/>
          <p:nvPr/>
        </p:nvSpPr>
        <p:spPr>
          <a:xfrm>
            <a:off x="7086600" y="4498848"/>
            <a:ext cx="2377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6EBD8"/>
                </a:solidFill>
                <a:latin typeface="Arial"/>
              </a:rPr>
              <a:t>العودة للوحة</a:t>
            </a:r>
          </a:p>
        </p:txBody>
      </p:sp>
    </p:spTree>
    <p:extLst>
      <p:ext uri="{BB962C8B-B14F-4D97-AF65-F5344CB8AC3E}">
        <p14:creationId xmlns:p14="http://schemas.microsoft.com/office/powerpoint/2010/main" val="146185209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B8DAD9A-20B6-4D0B-B825-84EABCE44FC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938528" y="1005840"/>
            <a:ext cx="8087215" cy="4965192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" y="137160"/>
            <a:ext cx="2148840" cy="868680"/>
          </a:xfrm>
          <a:prstGeom prst="rect">
            <a:avLst/>
          </a:prstGeom>
          <a:solidFill>
            <a:srgbClr val="021818"/>
          </a:solidFill>
          <a:ln w="17780">
            <a:solidFill>
              <a:srgbClr val="02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182880"/>
            <a:ext cx="187451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عزّنا بطبعنا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548640"/>
            <a:ext cx="187451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6EBD8"/>
                </a:solidFill>
                <a:latin typeface="Arial"/>
              </a:rPr>
              <a:t>اليوم الوطني السعودي ٩٦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1417320"/>
            <a:ext cx="5029200" cy="914400"/>
          </a:xfrm>
          <a:prstGeom prst="roundRect">
            <a:avLst/>
          </a:prstGeom>
          <a:solidFill>
            <a:srgbClr val="890C37"/>
          </a:solidFill>
          <a:ln w="17780">
            <a:solidFill>
              <a:srgbClr val="C19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17405" y="1619323"/>
            <a:ext cx="4616970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ar-SA" sz="3000" b="1" dirty="0">
                <a:solidFill>
                  <a:srgbClr val="F6EBD8"/>
                </a:solidFill>
                <a:latin typeface="Arial"/>
              </a:rPr>
              <a:t>مسابقة (من انا) الوطنية التفاعلية </a:t>
            </a:r>
            <a:endParaRPr sz="3000" b="1" dirty="0">
              <a:solidFill>
                <a:srgbClr val="F6EBD8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90489" y="2679413"/>
            <a:ext cx="336342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 err="1">
                <a:solidFill>
                  <a:srgbClr val="C1944D"/>
                </a:solidFill>
                <a:latin typeface="Arial"/>
              </a:rPr>
              <a:t>شكرًا</a:t>
            </a:r>
            <a:r>
              <a:rPr sz="3200" b="1" dirty="0">
                <a:solidFill>
                  <a:srgbClr val="C1944D"/>
                </a:solidFill>
                <a:latin typeface="Arial"/>
              </a:rPr>
              <a:t> ل</a:t>
            </a:r>
            <a:r>
              <a:rPr lang="ar-SA" sz="3200" b="1" dirty="0">
                <a:solidFill>
                  <a:srgbClr val="C1944D"/>
                </a:solidFill>
                <a:latin typeface="Arial"/>
              </a:rPr>
              <a:t>تفاعلكم</a:t>
            </a:r>
            <a:r>
              <a:rPr sz="3200" b="1" dirty="0">
                <a:solidFill>
                  <a:srgbClr val="C1944D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C1944D"/>
                </a:solidFill>
                <a:latin typeface="Arial"/>
              </a:rPr>
              <a:t>الجميل</a:t>
            </a:r>
            <a:endParaRPr sz="3200" b="1" dirty="0">
              <a:solidFill>
                <a:srgbClr val="C1944D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82826" y="3760671"/>
            <a:ext cx="5178748" cy="16619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ar-SA" sz="2800" b="0" dirty="0">
                <a:solidFill>
                  <a:srgbClr val="F6EBD8"/>
                </a:solidFill>
                <a:latin typeface="Arial"/>
              </a:rPr>
              <a:t>المعلمة</a:t>
            </a:r>
            <a:r>
              <a:rPr sz="2800" b="0" dirty="0">
                <a:solidFill>
                  <a:srgbClr val="F6EBD8"/>
                </a:solidFill>
                <a:latin typeface="Arial"/>
              </a:rPr>
              <a:t> / </a:t>
            </a:r>
            <a:r>
              <a:rPr sz="2800" b="0" dirty="0" err="1">
                <a:solidFill>
                  <a:srgbClr val="F6EBD8"/>
                </a:solidFill>
                <a:latin typeface="Arial"/>
              </a:rPr>
              <a:t>جواهر</a:t>
            </a:r>
            <a:r>
              <a:rPr sz="2800" b="0" dirty="0">
                <a:solidFill>
                  <a:srgbClr val="F6EBD8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F6EBD8"/>
                </a:solidFill>
                <a:latin typeface="Arial"/>
              </a:rPr>
              <a:t>السبيعي</a:t>
            </a:r>
            <a:endParaRPr lang="ar-SA" sz="2800" b="0" dirty="0">
              <a:solidFill>
                <a:srgbClr val="F6EBD8"/>
              </a:solidFill>
              <a:latin typeface="Arial"/>
            </a:endParaRPr>
          </a:p>
          <a:p>
            <a:pPr algn="ctr"/>
            <a:endParaRPr lang="ar-SA" sz="2800" b="0" dirty="0">
              <a:solidFill>
                <a:srgbClr val="F6EBD8"/>
              </a:solidFill>
              <a:latin typeface="Arial"/>
            </a:endParaRPr>
          </a:p>
          <a:p>
            <a:pPr algn="ctr"/>
            <a:r>
              <a:rPr lang="ar-SA" sz="2800" dirty="0">
                <a:solidFill>
                  <a:srgbClr val="F6EBD8"/>
                </a:solidFill>
                <a:latin typeface="Arial"/>
              </a:rPr>
              <a:t>المديرة / دانة الدوسري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217681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705</Words>
  <Application>Microsoft Office PowerPoint</Application>
  <DocSecurity>0</DocSecurity>
  <PresentationFormat>شاشة عريضة</PresentationFormat>
  <Paragraphs>178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6" baseType="lpstr">
      <vt:lpstr>Arial</vt:lpstr>
      <vt:lpstr>Calibri</vt:lpstr>
      <vt:lpstr>ChatGPT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jawahr alsubai</cp:lastModifiedBy>
  <cp:revision>4</cp:revision>
  <dcterms:created xsi:type="dcterms:W3CDTF">2026-09-21T11:52:39Z</dcterms:created>
  <dcterms:modified xsi:type="dcterms:W3CDTF">2026-09-22T13:51:26Z</dcterms:modified>
</cp:coreProperties>
</file>